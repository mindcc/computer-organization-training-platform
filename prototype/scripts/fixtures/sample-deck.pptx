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600"/>
            </a:pPr>
            <a:r>
              <a:t>前端渲染验证</a:t>
            </a:r>
          </a:p>
          <a:p>
            <a:pPr>
              <a:defRPr sz="2800"/>
            </a:pPr>
            <a:r>
              <a:t>本页由 pptx-preview 在浏览器中直接渲染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第二页：课堂演示与笔记测试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